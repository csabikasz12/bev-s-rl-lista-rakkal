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0" r:id="rId3"/>
    <p:sldId id="257" r:id="rId4"/>
    <p:sldId id="258" r:id="rId5"/>
    <p:sldId id="268" r:id="rId6"/>
    <p:sldId id="269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051312-D412-4109-AD0D-168EC940B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solidFill>
                  <a:srgbClr val="0070C0"/>
                </a:solidFill>
              </a:rPr>
              <a:t>To</a:t>
            </a:r>
            <a:r>
              <a:rPr lang="hu-HU" dirty="0">
                <a:solidFill>
                  <a:srgbClr val="0070C0"/>
                </a:solidFill>
              </a:rPr>
              <a:t> </a:t>
            </a:r>
            <a:r>
              <a:rPr lang="hu-HU" dirty="0" err="1">
                <a:solidFill>
                  <a:srgbClr val="0070C0"/>
                </a:solidFill>
              </a:rPr>
              <a:t>Do</a:t>
            </a:r>
            <a:endParaRPr lang="hu-HU" dirty="0">
              <a:solidFill>
                <a:srgbClr val="0070C0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A69E0C-4238-4C34-BEEB-330A60E9F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Mészáros Csaba Kisjuhász Roland</a:t>
            </a:r>
          </a:p>
        </p:txBody>
      </p:sp>
    </p:spTree>
    <p:extLst>
      <p:ext uri="{BB962C8B-B14F-4D97-AF65-F5344CB8AC3E}">
        <p14:creationId xmlns:p14="http://schemas.microsoft.com/office/powerpoint/2010/main" val="217487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dirty="0"/>
              <a:t>SWOT-</a:t>
            </a:r>
            <a:r>
              <a:rPr dirty="0" err="1"/>
              <a:t>analízis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CC91AC1-0E32-4F06-8845-BD9CD8A60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8" y="1627717"/>
            <a:ext cx="8077198" cy="454342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5A9D134-A8D2-4AC3-8582-8E60BBD8C83F}"/>
              </a:ext>
            </a:extLst>
          </p:cNvPr>
          <p:cNvSpPr txBox="1"/>
          <p:nvPr/>
        </p:nvSpPr>
        <p:spPr>
          <a:xfrm>
            <a:off x="1371600" y="2683933"/>
            <a:ext cx="2150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Csapatmunka</a:t>
            </a:r>
          </a:p>
          <a:p>
            <a:r>
              <a:rPr lang="hu-HU" dirty="0"/>
              <a:t>Tapasztalat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EA22F0-EDFF-4EC2-8D10-7F7F52B1E873}"/>
              </a:ext>
            </a:extLst>
          </p:cNvPr>
          <p:cNvSpPr txBox="1"/>
          <p:nvPr/>
        </p:nvSpPr>
        <p:spPr>
          <a:xfrm>
            <a:off x="5664200" y="2770717"/>
            <a:ext cx="225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Lustaság</a:t>
            </a:r>
          </a:p>
          <a:p>
            <a:r>
              <a:rPr lang="hu-HU" dirty="0"/>
              <a:t>Szorgalom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B3E63B-D114-44B7-8780-8DA75A3D9F3C}"/>
              </a:ext>
            </a:extLst>
          </p:cNvPr>
          <p:cNvSpPr txBox="1"/>
          <p:nvPr/>
        </p:nvSpPr>
        <p:spPr>
          <a:xfrm>
            <a:off x="5740400" y="4470929"/>
            <a:ext cx="184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AI használat</a:t>
            </a:r>
          </a:p>
          <a:p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15E36BD-DE5F-4DC4-9D6C-C19D937C0F3D}"/>
              </a:ext>
            </a:extLst>
          </p:cNvPr>
          <p:cNvSpPr txBox="1"/>
          <p:nvPr/>
        </p:nvSpPr>
        <p:spPr>
          <a:xfrm>
            <a:off x="1557867" y="447092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Javascript</a:t>
            </a:r>
            <a:r>
              <a:rPr lang="hu-HU" dirty="0"/>
              <a:t> tapasztalat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Csapatmunka</a:t>
            </a:r>
            <a:endParaRPr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254EA3-1554-4CBD-88B6-3A71E194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 során megosztottuk egymással az ötleteinket, és közösen döntöttünk arról, hogy mi kerüljön bele az</a:t>
            </a:r>
          </a:p>
          <a:p>
            <a:r>
              <a:rPr lang="hu-HU" dirty="0"/>
              <a:t>Hatékonyabban tudtunk együtt dolgozni, és mindenki hozzájárult a feladat sikeres megoldásához. elemzésbe.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5000"/>
                </a:solidFill>
              </a:defRPr>
            </a:pPr>
            <a:r>
              <a:rPr lang="hu-HU" dirty="0"/>
              <a:t>Munka megosztás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53733"/>
          </a:xfrm>
        </p:spPr>
        <p:txBody>
          <a:bodyPr/>
          <a:lstStyle/>
          <a:p>
            <a:r>
              <a:rPr lang="hu-HU" dirty="0"/>
              <a:t>Csaba: HTML kód és megvalósítás</a:t>
            </a:r>
          </a:p>
          <a:p>
            <a:r>
              <a:rPr lang="hu-HU" dirty="0" err="1"/>
              <a:t>Roli</a:t>
            </a:r>
            <a:r>
              <a:rPr lang="hu-HU" dirty="0"/>
              <a:t>: Tervezés és dokumentáció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37B61-A434-4631-A053-418DB41F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Snipet</a:t>
            </a:r>
            <a:r>
              <a:rPr lang="hu-HU" dirty="0"/>
              <a:t> 1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3F14022-CFC2-48AF-9383-044BF7970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4071" y="2256367"/>
            <a:ext cx="5355858" cy="2345266"/>
          </a:xfrm>
        </p:spPr>
      </p:pic>
    </p:spTree>
    <p:extLst>
      <p:ext uri="{BB962C8B-B14F-4D97-AF65-F5344CB8AC3E}">
        <p14:creationId xmlns:p14="http://schemas.microsoft.com/office/powerpoint/2010/main" val="265440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ED7C30-8FAB-4F85-A196-44883AE4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Snipet</a:t>
            </a:r>
            <a:r>
              <a:rPr lang="hu-HU" dirty="0"/>
              <a:t> 2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7366CC7-5F63-49A5-B1C8-4AE39258E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966" y="2415197"/>
            <a:ext cx="6606068" cy="2027605"/>
          </a:xfrm>
        </p:spPr>
      </p:pic>
    </p:spTree>
    <p:extLst>
      <p:ext uri="{BB962C8B-B14F-4D97-AF65-F5344CB8AC3E}">
        <p14:creationId xmlns:p14="http://schemas.microsoft.com/office/powerpoint/2010/main" val="167099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61AF1F-EEF3-4420-A7A2-7AAF8669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8268"/>
            <a:ext cx="7772400" cy="1676400"/>
          </a:xfrm>
        </p:spPr>
        <p:txBody>
          <a:bodyPr>
            <a:normAutofit/>
          </a:bodyPr>
          <a:lstStyle/>
          <a:p>
            <a:endParaRPr lang="hu-HU" sz="5400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87CA76-6B6E-4F42-8384-44B2067CF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7942E1B-2977-4E35-B913-7118B9C9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73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5F1E57-E8DF-42CC-94B8-29787403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075363"/>
          </a:xfrm>
        </p:spPr>
        <p:txBody>
          <a:bodyPr>
            <a:normAutofit/>
          </a:bodyPr>
          <a:lstStyle/>
          <a:p>
            <a:r>
              <a:rPr lang="hu-HU" sz="7200" dirty="0"/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721578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Diavetítés a képernyőre (4:3 oldalarány)</PresentationFormat>
  <Paragraphs>18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To Do</vt:lpstr>
      <vt:lpstr>SWOT-analízis</vt:lpstr>
      <vt:lpstr>Csapatmunka</vt:lpstr>
      <vt:lpstr>Munka megosztás</vt:lpstr>
      <vt:lpstr>Snipet 1</vt:lpstr>
      <vt:lpstr>Snipet 2</vt:lpstr>
      <vt:lpstr>PowerPoint-bemutató</vt:lpstr>
      <vt:lpstr>VÉGE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Reccs faiskola</dc:title>
  <dc:subject/>
  <dc:creator>Kisjuhász Roland</dc:creator>
  <cp:keywords/>
  <dc:description>generated using python-pptx</dc:description>
  <cp:lastModifiedBy>Kisjuhász Roland</cp:lastModifiedBy>
  <cp:revision>19</cp:revision>
  <dcterms:created xsi:type="dcterms:W3CDTF">2013-01-27T09:14:16Z</dcterms:created>
  <dcterms:modified xsi:type="dcterms:W3CDTF">2026-03-12T07:37:23Z</dcterms:modified>
  <cp:category/>
</cp:coreProperties>
</file>